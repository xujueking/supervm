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SuperVM Investor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Web3 Operating System</a:t>
            </a:r>
            <a:br/>
            <a:br/>
            <a:r>
              <a:rPr/>
              <a:t>SuperVM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SuperVM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Pandora Core Engine</a:t>
            </a:r>
          </a:p>
          <a:p>
            <a:pPr lvl="0" indent="0" marL="0">
              <a:buNone/>
            </a:pPr>
            <a:r>
              <a:rPr/>
              <a:t>Unified multi-chain OS with built-in privacy and extreme performance.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Problem: $2B+ lost to fragmentation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pain points in Web3 today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854200"/>
                <a:gridCol w="185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Bridges hacked $2B+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 assets at risk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TPS / 30-min finality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suitable for mainstream apps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Development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200+ chains / 50+ langs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Costly rebuild per chain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Vision: One OS for all blockchains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Make Bitcoin / Ethereum / Solana work together like apps on your phone.</a:t>
            </a:r>
          </a:p>
          <a:p>
            <a:pPr lvl="0" indent="0" marL="0">
              <a:buNone/>
            </a:pPr>
            <a:r>
              <a:rPr/>
              <a:t>Advantages: 1. No bridges, no wrapped assets 2. Write once, deploy to many chains 3. Privacy-by-default with ZK proofs 4. Network auto-switches across protocols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core innovations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2260600"/>
                <a:gridCol w="20955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Native chain fusion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Nodes as components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 lock-mint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upgrade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242K TPS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MVCC parallel execution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Single-thread/batch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Orders-of-magnitude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Built-in 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RingCT + ZK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add-on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privacy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 mesh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 protocol switching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Offline resilience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Four-layer adaptive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L1 Supercompute: Full state + ZK proofs
L2 Miner layer: MVCC parallel (242K TPS)
L3 Edge layer: Mesh relay + caching
L4 Mobile: Light client + sensing</a:t>
            </a:r>
          </a:p>
          <a:p>
            <a:pPr lvl="0" indent="0" marL="0">
              <a:buNone/>
            </a:pPr>
            <a:r>
              <a:rPr/>
              <a:t>Auto-switch path: Internet → WiFi → Bluetooth → LoRa.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Security: Cross-chain without bridges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SuperVM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 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Wrapped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Frequently hacked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Cryptographic proofs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1-60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Liquidity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Unified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&amp; wedge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Total market (2024): ~$85B (infrastructure, cross-chain liquidity)</a:t>
            </a:r>
          </a:p>
          <a:p>
            <a:pPr lvl="0"/>
            <a:r>
              <a:rPr/>
              <a:t>Serviceable: ~$35B (DeFi / enterprise chain)</a:t>
            </a:r>
          </a:p>
          <a:p>
            <a:pPr lvl="0"/>
            <a:r>
              <a:rPr/>
              <a:t>Target: 5% share in 3 years → $1.75B opportunity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landscape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Wormhole, LayerZero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Lock-mint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incidents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L2 Rollups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Arbitrum, zkSync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One-chain 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High-perf L1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Solana, Avalanche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Performance-first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Monero, Zcash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This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Multi-chain 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Early-mover window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Moat: Technical lead + first-mover + unified developer model.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Transaction fees: orders lower than Ethereum; 50% burn, 30% validators, 20% treasury</a:t>
            </a:r>
          </a:p>
          <a:p>
            <a:pPr lvl="0" indent="-342900" marL="342900">
              <a:buAutoNum type="arabicPeriod"/>
            </a:pPr>
            <a:r>
              <a:rPr/>
              <a:t>Enterprise licensing: private deployments, annual subscriptions</a:t>
            </a:r>
          </a:p>
          <a:p>
            <a:pPr lvl="0" indent="-342900" marL="342900">
              <a:buAutoNum type="arabicPeriod"/>
            </a:pPr>
            <a:r>
              <a:rPr/>
              <a:t>Developer platform: future API/contract fee sharing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Token economics ($SUPERVM)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Total: 1,000,000,000 (deflationary)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Ecosystem mining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growth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4-year vesting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Investors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2-year lock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Long-term R&amp;D and ecosystem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 sale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Burn: 50% of all gas fees → ~500M in 5 years (est.).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(18 months → mainnet)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 Done: parallel engine; ZK verifier. 2025 In progress: Q1 adapters; Q2 monitoring + 4-layer PoC; Q4 public testnet. 2026 Mainnet: Q2 token launch; Q4 100K DAU.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team: senior engineers in distributed systems, blockchain, cryptography. Experience: large-scale Rust production; multiple audit/security advisors.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Proof &amp; 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Tech: 242K TPS measured; 50+ RingCT proofs/sec; tens of thousands of LOC. Community: growing GitHub stars; contributors across regions.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Disaster recovery: Mesh self-healing; local payments continue offline.</a:t>
            </a:r>
          </a:p>
          <a:p>
            <a:pPr lvl="0" indent="-342900" marL="342900">
              <a:buAutoNum type="arabicPeriod"/>
            </a:pPr>
            <a:r>
              <a:rPr/>
              <a:t>Censorship resistance: Multi-protocol fallback; low-bandwidth sync.</a:t>
            </a:r>
          </a:p>
          <a:p>
            <a:pPr lvl="0" indent="-342900" marL="342900">
              <a:buAutoNum type="arabicPeriod"/>
            </a:pPr>
            <a:r>
              <a:rPr/>
              <a:t>Financial inclusion: Low-cost mobile access; cross-border &lt; $1.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(Seed)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$5M (valuation: $20M pre / $25M post) Use: engineering, audits, marketing, infra, legal, operations.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&amp; mitigations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Multi-jurisdiction counsel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Staged audits + PoCs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Early network effects / open source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Adoption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Ecosystem fund incentives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Institutional tokenization surge; bridge crises; maturity of parallelism and ZK; window is open.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Email: invest@supervm.io Website: supervm.io GitHub: github.com/idkbreh/SuperVM</a:t>
            </a:r>
          </a:p>
          <a:p>
            <a:pPr lvl="0" indent="0" marL="0">
              <a:buNone/>
            </a:pPr>
            <a:r>
              <a:rPr/>
              <a:t>Thank you. Q&amp;A.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SuperVM Team</dc:creator>
  <cp:keywords/>
  <dcterms:created xsi:type="dcterms:W3CDTF">2025-11-09T23:08:34Z</dcterms:created>
  <dcterms:modified xsi:type="dcterms:W3CDTF">2025-11-09T23:08:34Z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2025</vt:lpwstr>
  </property>
  <property fmtid="{D5CDD505-2E9C-101B-9397-08002B2CF9AE}" pid="3" name="subtitle">
    <vt:lpwstr>The Web3 Operating System</vt:lpwstr>
  </property>
</Properties>
</file>